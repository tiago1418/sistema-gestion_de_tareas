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2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60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79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68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03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91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4380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2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52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26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00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5F1C0-3782-46F0-AF74-514455053B3D}" type="datetimeFigureOut">
              <a:rPr lang="es-EC" smtClean="0"/>
              <a:t>21/6/2026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B4BCADC-24FB-4875-ADD0-5F092C47E530}" type="slidenum">
              <a:rPr lang="es-EC" smtClean="0"/>
              <a:t>‹Nº›</a:t>
            </a:fld>
            <a:endParaRPr lang="es-EC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4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iago1418/video-sobre-el-SistemaGestion_de_Tareas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AE680-8D2C-4C8E-9A7C-F7FCB530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612" y="188259"/>
            <a:ext cx="10515600" cy="1880534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PROYECTO INTEGRADOR</a:t>
            </a:r>
            <a:br>
              <a:rPr lang="es-ES" b="1" dirty="0"/>
            </a:br>
            <a:r>
              <a:rPr lang="es-ES" b="1" dirty="0"/>
              <a:t>El impacto de las nuevas tecnologías en la sociedad: desarrollo y proyección de soluciones informáticas</a:t>
            </a:r>
            <a:br>
              <a:rPr lang="es-ES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ACAE61-9EFF-48CC-9283-D0C21573B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247" y="2326342"/>
            <a:ext cx="10515600" cy="3070692"/>
          </a:xfrm>
        </p:spPr>
        <p:txBody>
          <a:bodyPr/>
          <a:lstStyle/>
          <a:p>
            <a:r>
              <a:rPr lang="es-ES" b="1" dirty="0"/>
              <a:t>Sistema de Gestión de Tareas Académicas</a:t>
            </a:r>
            <a:endParaRPr lang="es-ES" dirty="0"/>
          </a:p>
          <a:p>
            <a:r>
              <a:rPr lang="es-ES" b="1" dirty="0"/>
              <a:t>Autor:</a:t>
            </a:r>
            <a:r>
              <a:rPr lang="es-ES" dirty="0"/>
              <a:t> Tiago Alejandro Insuasti Guerrero</a:t>
            </a:r>
          </a:p>
          <a:p>
            <a:r>
              <a:rPr lang="es-ES" b="1" dirty="0"/>
              <a:t>Asignatura:</a:t>
            </a:r>
            <a:r>
              <a:rPr lang="es-ES" dirty="0"/>
              <a:t> Lógica De Programación</a:t>
            </a:r>
          </a:p>
          <a:p>
            <a:r>
              <a:rPr lang="es-ES" b="1" dirty="0"/>
              <a:t>Docente:</a:t>
            </a:r>
            <a:r>
              <a:rPr lang="es-ES" dirty="0"/>
              <a:t> </a:t>
            </a:r>
            <a:r>
              <a:rPr lang="es-EC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MONICA PATRICIA SALAZAR TAPIA</a:t>
            </a:r>
            <a:endParaRPr lang="es-ES" dirty="0"/>
          </a:p>
          <a:p>
            <a:r>
              <a:rPr lang="es-ES" b="1" dirty="0"/>
              <a:t>Institución: </a:t>
            </a:r>
            <a:r>
              <a:rPr lang="es-ES" dirty="0"/>
              <a:t>Universidad Internacional Del Ecuador</a:t>
            </a:r>
          </a:p>
          <a:p>
            <a:r>
              <a:rPr lang="es-ES" b="1" dirty="0"/>
              <a:t>Fecha:</a:t>
            </a:r>
            <a:r>
              <a:rPr lang="es-ES" dirty="0"/>
              <a:t> Junio 2026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48931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1E4D5C-EDC2-49E3-A42E-CD6692464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383720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  Introducción</a:t>
            </a:r>
          </a:p>
          <a:p>
            <a:r>
              <a:rPr lang="es-ES" dirty="0"/>
              <a:t>La tecnología se ha convertido en una herramienta fundamental en la vida cotidiana. Actualmente facilita actividades relacionadas con la educación, la comunicación y la organización personal.</a:t>
            </a:r>
          </a:p>
          <a:p>
            <a:r>
              <a:rPr lang="es-ES" dirty="0"/>
              <a:t>Este proyecto propone una solución informática desarrollada en Python para ayudar a los estudiantes a gestionar sus tareas académicas de forma más eficiente.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086858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   Descripción del problema</a:t>
            </a:r>
          </a:p>
          <a:p>
            <a:r>
              <a:rPr lang="es-ES" dirty="0"/>
              <a:t>Muchos estudiantes presentan dificultades para organizar sus actividades académicas debido al olvido de tareas y la falta de planificación.</a:t>
            </a:r>
          </a:p>
          <a:p>
            <a:r>
              <a:rPr lang="es-ES" dirty="0"/>
              <a:t>Esta situación puede afectar el rendimiento académico y la gestión adecuada del tiempo.</a:t>
            </a:r>
          </a:p>
          <a:p>
            <a:r>
              <a:rPr lang="es-ES" b="1" dirty="0"/>
              <a:t>Solución propuesta</a:t>
            </a:r>
          </a:p>
          <a:p>
            <a:r>
              <a:rPr lang="es-ES" dirty="0"/>
              <a:t>Desarrollo de un sistema de gestión de tareas académicas mediante Python.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376497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C" b="1" dirty="0"/>
              <a:t>   Objetivos:</a:t>
            </a:r>
          </a:p>
          <a:p>
            <a:r>
              <a:rPr lang="es-EC" b="1" dirty="0"/>
              <a:t>Objetivo general</a:t>
            </a:r>
          </a:p>
          <a:p>
            <a:r>
              <a:rPr lang="es-EC" dirty="0"/>
              <a:t>Desarrollar un sistema informático que permita gestionar tareas académicas de forma organizada.</a:t>
            </a:r>
          </a:p>
          <a:p>
            <a:r>
              <a:rPr lang="es-EC" b="1" dirty="0"/>
              <a:t>Objetivos específicos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Registrar tareas.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Visualizar tareas pendientes.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Buscar tareas registradas.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Completar tareas.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039584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rcador de contenido 1">
            <a:extLst>
              <a:ext uri="{FF2B5EF4-FFF2-40B4-BE49-F238E27FC236}">
                <a16:creationId xmlns:a16="http://schemas.microsoft.com/office/drawing/2014/main" id="{481454CD-9E30-4697-872E-5EECB642D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451481"/>
              </p:ext>
            </p:extLst>
          </p:nvPr>
        </p:nvGraphicFramePr>
        <p:xfrm>
          <a:off x="1455178" y="2068363"/>
          <a:ext cx="9604374" cy="329184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3756470074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19811474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EC" sz="1800" dirty="0"/>
                        <a:t>Semana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Actividad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3702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Identificación del problema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379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Investigación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6700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Diseño de diagramas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75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Arquitectura del sistema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0617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Desarrollo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9744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Implementación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293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/>
                        <a:t>Pruebas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307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EC" sz="1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1800" dirty="0"/>
                        <a:t>Documentación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12817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7F51BC8-1C21-48EA-B902-35A7F0550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178" y="1159244"/>
            <a:ext cx="3360215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Planificación del proyecto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459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4210257"/>
          </a:xfrm>
        </p:spPr>
        <p:txBody>
          <a:bodyPr>
            <a:normAutofit lnSpcReduction="10000"/>
          </a:bodyPr>
          <a:lstStyle/>
          <a:p>
            <a:r>
              <a:rPr lang="es-ES" b="1" dirty="0"/>
              <a:t>Diagrama de Casos de Uso</a:t>
            </a:r>
          </a:p>
          <a:p>
            <a:r>
              <a:rPr lang="es-ES" b="1" dirty="0"/>
              <a:t>Figura 1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lang="es-ES" b="1" dirty="0"/>
              <a:t>Nota.</a:t>
            </a:r>
            <a:r>
              <a:rPr lang="es-ES" dirty="0"/>
              <a:t> Representación de las funcionalidades disponibles para el usuario dentro del sistema.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73451B-DDF8-43D2-9F97-9E1E971C62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8" t="-853" r="11067" b="34126"/>
          <a:stretch/>
        </p:blipFill>
        <p:spPr>
          <a:xfrm>
            <a:off x="4247029" y="2359958"/>
            <a:ext cx="3697942" cy="213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5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4506092"/>
          </a:xfrm>
        </p:spPr>
        <p:txBody>
          <a:bodyPr>
            <a:normAutofit fontScale="85000" lnSpcReduction="10000"/>
          </a:bodyPr>
          <a:lstStyle/>
          <a:p>
            <a:r>
              <a:rPr lang="es-ES" b="1" dirty="0"/>
              <a:t>Diagrama de Flujo</a:t>
            </a:r>
          </a:p>
          <a:p>
            <a:r>
              <a:rPr lang="es-ES" b="1" dirty="0"/>
              <a:t>Figura 2</a:t>
            </a:r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b="1" dirty="0"/>
              <a:t>Nota.</a:t>
            </a:r>
            <a:r>
              <a:rPr lang="es-ES" dirty="0"/>
              <a:t> Secuencia lógica de ejecución del sistema.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01F08B-4CF0-42B7-885B-2FDA53413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812"/>
          <a:stretch/>
        </p:blipFill>
        <p:spPr>
          <a:xfrm>
            <a:off x="4948486" y="1909481"/>
            <a:ext cx="3106302" cy="355135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588B547-D9A7-4D2A-8E70-B03317AB9D88}"/>
              </a:ext>
            </a:extLst>
          </p:cNvPr>
          <p:cNvSpPr/>
          <p:nvPr/>
        </p:nvSpPr>
        <p:spPr>
          <a:xfrm>
            <a:off x="7368989" y="2433918"/>
            <a:ext cx="685800" cy="510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1085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4479198"/>
          </a:xfrm>
        </p:spPr>
        <p:txBody>
          <a:bodyPr/>
          <a:lstStyle/>
          <a:p>
            <a:r>
              <a:rPr lang="es-ES" b="1" dirty="0"/>
              <a:t>Arquitectura del Sistema</a:t>
            </a:r>
          </a:p>
          <a:p>
            <a:r>
              <a:rPr lang="es-ES" b="1" dirty="0"/>
              <a:t>Figura 3</a:t>
            </a:r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dirty="0"/>
          </a:p>
          <a:p>
            <a:r>
              <a:rPr lang="es-ES" b="1" dirty="0"/>
              <a:t>Nota.</a:t>
            </a:r>
            <a:r>
              <a:rPr lang="es-ES" dirty="0"/>
              <a:t> Estructura general del funcionamiento del programa.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40B6DA-BB95-4A8A-9B22-2410364A77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1" t="7653" r="62467" b="15938"/>
          <a:stretch/>
        </p:blipFill>
        <p:spPr>
          <a:xfrm>
            <a:off x="5060576" y="1962607"/>
            <a:ext cx="2070847" cy="334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1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0"/>
            <a:ext cx="9603275" cy="5688105"/>
          </a:xfrm>
        </p:spPr>
        <p:txBody>
          <a:bodyPr>
            <a:normAutofit/>
          </a:bodyPr>
          <a:lstStyle/>
          <a:p>
            <a:r>
              <a:rPr lang="es-ES" b="1" dirty="0"/>
              <a:t>Desarrollo del Software</a:t>
            </a:r>
          </a:p>
          <a:p>
            <a:r>
              <a:rPr lang="es-ES" b="1" dirty="0"/>
              <a:t>Herramientas utilizadas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GitHub </a:t>
            </a:r>
          </a:p>
          <a:p>
            <a:r>
              <a:rPr lang="es-ES" b="1" dirty="0"/>
              <a:t>Elementos de programación aplicados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Listas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Diccionarios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Condicionales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Ciclos repetitivos 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C3B525-0BED-4A65-A7F3-F1CC4E51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241" y="4119714"/>
            <a:ext cx="4411825" cy="19206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8A2C48F-A1C2-45AB-B295-43BE43E24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241" y="1925205"/>
            <a:ext cx="4411825" cy="192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519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/>
          <a:lstStyle/>
          <a:p>
            <a:r>
              <a:rPr lang="es-EC" b="1" dirty="0"/>
              <a:t>Resultados obtenidos</a:t>
            </a:r>
          </a:p>
          <a:p>
            <a:r>
              <a:rPr lang="es-EC" dirty="0"/>
              <a:t>El sistema desarrollado permite: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Registrar tareas académicas.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Visualizar actividades pendientes.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Buscar tareas específicas.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Marcar tareas como completadas.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Eliminar registros. 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1641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/>
          <a:lstStyle/>
          <a:p>
            <a:r>
              <a:rPr lang="es-ES" b="1" dirty="0"/>
              <a:t>Impacto de la tecnología</a:t>
            </a:r>
          </a:p>
          <a:p>
            <a:r>
              <a:rPr lang="es-ES" dirty="0"/>
              <a:t>Las nuevas tecnologías permiten desarrollar herramientas que mejoran la organización y productividad de las personas.</a:t>
            </a:r>
          </a:p>
          <a:p>
            <a:r>
              <a:rPr lang="es-ES" dirty="0"/>
              <a:t>Este proyecto demuestra cómo una solución informática sencilla puede contribuir al ámbito educativo.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99400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8BFF8-73D5-4C31-A9E7-3964801E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791" y="1397167"/>
            <a:ext cx="9603275" cy="3450613"/>
          </a:xfrm>
        </p:spPr>
        <p:txBody>
          <a:bodyPr/>
          <a:lstStyle/>
          <a:p>
            <a:r>
              <a:rPr lang="es-ES" b="1" dirty="0"/>
              <a:t>Conclusiones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desarrolló un sistema funcional utilizando Python.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aplicaron conocimientos adquiridos durante la asignatura.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La tecnología puede utilizarse para resolver problemas cotidianos.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proyecto permitió integrar conceptos de análisis, diseño y programación.</a:t>
            </a:r>
          </a:p>
          <a:p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BF7408-C927-4D76-BC0A-00B1C7D2A9C9}"/>
              </a:ext>
            </a:extLst>
          </p:cNvPr>
          <p:cNvSpPr txBox="1"/>
          <p:nvPr/>
        </p:nvSpPr>
        <p:spPr>
          <a:xfrm>
            <a:off x="1680882" y="4847780"/>
            <a:ext cx="8296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>
                <a:hlinkClick r:id="rId2"/>
              </a:rPr>
              <a:t>https://github.com/tiago1418/video-sobre-el-SistemaGestion_de_Tareas.git</a:t>
            </a:r>
            <a:endParaRPr lang="es-EC" dirty="0"/>
          </a:p>
          <a:p>
            <a:r>
              <a:rPr lang="es-EC" dirty="0"/>
              <a:t>Video </a:t>
            </a:r>
            <a:r>
              <a:rPr lang="es-EC" dirty="0" err="1"/>
              <a:t>Presentacion</a:t>
            </a:r>
            <a:r>
              <a:rPr lang="es-EC" dirty="0"/>
              <a:t> del proyecto</a:t>
            </a:r>
          </a:p>
        </p:txBody>
      </p:sp>
    </p:spTree>
    <p:extLst>
      <p:ext uri="{BB962C8B-B14F-4D97-AF65-F5344CB8AC3E}">
        <p14:creationId xmlns:p14="http://schemas.microsoft.com/office/powerpoint/2010/main" val="37390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54</TotalTime>
  <Words>407</Words>
  <Application>Microsoft Office PowerPoint</Application>
  <PresentationFormat>Panorámica</PresentationFormat>
  <Paragraphs>98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Times New Roman</vt:lpstr>
      <vt:lpstr>Galería</vt:lpstr>
      <vt:lpstr>PROYECTO INTEGRADOR El impacto de las nuevas tecnologías en la sociedad: desarrollo y proyección de soluciones informáticas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NOVAKRAK MASTER</dc:creator>
  <cp:lastModifiedBy>NOVAKRAK MASTER</cp:lastModifiedBy>
  <cp:revision>13</cp:revision>
  <dcterms:created xsi:type="dcterms:W3CDTF">2026-06-21T16:55:36Z</dcterms:created>
  <dcterms:modified xsi:type="dcterms:W3CDTF">2026-06-21T18:59:39Z</dcterms:modified>
</cp:coreProperties>
</file>